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DAY 1  •  SESSION 2  of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🎓  AI Faculty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0">
                <a:solidFill>
                  <a:srgbClr val="CFE3F5"/>
                </a:solidFill>
                <a:latin typeface="Calibri"/>
              </a:rPr>
              <a:t>Turning Student Data into Instant, Intelligent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From Theory  →  to a Working AI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  <a:latin typeface="Calibri"/>
              </a:rPr>
              <a:t>Streamlit  •  Pandas  •  OpenAI GPT-4o-mini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We Are in the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We just covered the theory — now let's see it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Session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90472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Intro to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556677"/>
                </a:solidFill>
                <a:latin typeface="Calibri"/>
              </a:rPr>
              <a:t>What it is, how it thinks, why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Session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50592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Live Demo — This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8892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Theory → working AI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560320"/>
            <a:ext cx="1188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◀  YOU ARE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Lunch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410712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Break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4904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Session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370832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RAG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0916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556677"/>
                </a:solidFill>
                <a:latin typeface="Calibri"/>
              </a:rPr>
              <a:t>Scaling AI to real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Day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330952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Agentic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669280"/>
            <a:ext cx="8686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556677"/>
                </a:solidFill>
                <a:latin typeface="Calibri"/>
              </a:rPr>
              <a:t>When AI starts to 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Calibri"/>
              </a:rPr>
              <a:t>What We'll Cove</a:t>
            </a:r>
            <a:r>
              <a:rPr lang="en-IN" sz="2800" b="1">
                <a:solidFill>
                  <a:srgbClr val="FFFFFF"/>
                </a:solidFill>
                <a:latin typeface="Calibri"/>
              </a:rPr>
              <a:t>r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685800" cy="6858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685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3619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Why faculty need an AI assistant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37160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92239" y="1554480"/>
            <a:ext cx="685800" cy="6858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39" y="1572768"/>
            <a:ext cx="685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153619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What This App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192024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A quick tour of the live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0604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2788920"/>
            <a:ext cx="685800" cy="6858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807208"/>
            <a:ext cx="685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7063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5468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End-to-end flow in plain English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60604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39" y="2788920"/>
            <a:ext cx="685800" cy="6858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39" y="2807208"/>
            <a:ext cx="685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277063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The 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315468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Streamlit, Pandas, 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4048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1520" y="4023360"/>
            <a:ext cx="685800" cy="6858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041648"/>
            <a:ext cx="685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00507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Tokens &amp;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38912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Why model choice matters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384048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39" y="4023360"/>
            <a:ext cx="685800" cy="6858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39" y="4041648"/>
            <a:ext cx="685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9" y="400507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Today vs. 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199" y="438912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From simple prompt to RAG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749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31520" y="5257800"/>
            <a:ext cx="685800" cy="6858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276088"/>
            <a:ext cx="685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23951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What's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62356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From assistant to Agentic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Faculty spend hours on questions data could answer in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Today's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Hundreds of student records in Excel sheets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Repetitive questions: top performers? weak students? attendance dips?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Manual filtering, sorting, and reporting eats teaching time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D3D"/>
                </a:solidFill>
                <a:latin typeface="Calibri"/>
              </a:rPr>
              <a:t>•  Insights are reactive, not proactive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280160"/>
            <a:ext cx="5120640" cy="45720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F4A261"/>
                </a:solidFill>
                <a:latin typeface="Calibri"/>
              </a:rPr>
              <a:t>What if you could just… ask?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›  “Who are my top 5 students this term?”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›  “List students with attendance below 75%.”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›  “Suggest mentoring actions for weak students.”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›  “Give me a summary report for the HOD.”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This App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A lightweight, conversational layer over your Excel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Upload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Faculty uploads any .xlsx student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Preview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Instant tabular view inside the 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Ask Anything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8892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Free-form questions about the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931919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09159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AI 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66359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GPT-4o-mini interprets and answers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49039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931919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709159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One-Click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66359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Top, weak, attendance, recommendations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749039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3931919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09159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Zero Setup for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166359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Just a web link — no Excel formulas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End-to-end flow, in five simple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4603" y="237744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4603" y="251460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043" y="306324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Faculty Uploads Excel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26283" y="3017520"/>
            <a:ext cx="210312" cy="27432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90875" y="237744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0875" y="251460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2315" y="306324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Python Reads the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02555" y="3017520"/>
            <a:ext cx="210312" cy="27432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67147" y="237744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67147" y="251460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8587" y="306324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Data + Question → LLM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78827" y="3017520"/>
            <a:ext cx="210312" cy="27432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43419" y="237744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3419" y="251460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859" y="306324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LLM Understands Context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55099" y="3017520"/>
            <a:ext cx="210312" cy="27432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19691" y="237744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9691" y="251460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1131" y="306324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AI Generates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Plain-English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941832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0">
                <a:solidFill>
                  <a:srgbClr val="1F2D3D"/>
                </a:solidFill>
                <a:latin typeface="Calibri"/>
              </a:rPr>
              <a:t>We hand the AI two things — your spreadsheet and your question — and it returns a written answer. No SQL, no formulas, no code.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Three small pieces, one powerful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70332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20"/>
            <a:ext cx="3703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329184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Build AI web apps in pure Python — no HTML, CSS, or JS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329184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009B9E"/>
                </a:solidFill>
                <a:latin typeface="Calibri"/>
              </a:rPr>
              <a:t>Why: minimal frontend work, fast to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37160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371600"/>
            <a:ext cx="370332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1481328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874520"/>
            <a:ext cx="3703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468880"/>
            <a:ext cx="329184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Reads and processes structured Excel data into a DataFrame.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663440"/>
            <a:ext cx="329184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009B9E"/>
                </a:solidFill>
                <a:latin typeface="Calibri"/>
              </a:rPr>
              <a:t>Why: industry standard for tabular data in Python.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37160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66175" y="1371600"/>
            <a:ext cx="370332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1481328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OpenAI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1874520"/>
            <a:ext cx="3703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>Reasoning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5" y="2468880"/>
            <a:ext cx="329184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GPT-4o-mini interprets the question and the data, then responds.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5" y="4663440"/>
            <a:ext cx="329184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009B9E"/>
                </a:solidFill>
                <a:latin typeface="Calibri"/>
              </a:rPr>
              <a:t>Why: smaller model = lower cost, faster, ideal for a 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Are Tokens?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The currency of every AI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Every sentence is broken into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1F2D3D"/>
                </a:solidFill>
                <a:latin typeface="Calibri"/>
              </a:rPr>
              <a:t>“Explain AI”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is seen by the model as: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24612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338328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486400" cy="22860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Every request consumes tokens from:</a:t>
            </a:r>
          </a:p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   •  the prompt you write</a:t>
            </a:r>
          </a:p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   •  the Excel data attached</a:t>
            </a:r>
          </a:p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   •  the AI's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280160"/>
            <a:ext cx="5120640" cy="45720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463040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More rows  →  More tokens  →  More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›  A 1,000-row Excel = thousands of tokens, every single query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›  We chose GPT-4o-mini → cheaper, faster, perfect for demo scale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›  In real enterprises, token optimization = scalability + cost control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›  This is exactly why RAG architectures exist (next slide)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Today vs.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What we built — and what it grows into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2EA043"/>
                </a:solidFill>
                <a:latin typeface="Calibri"/>
              </a:rPr>
              <a:t>✅  Today — Lightweight LLM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Excel  →  Prompt  → 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Excel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47088" y="2633472"/>
            <a:ext cx="320040" cy="22860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194560" y="246888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2587752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Prompt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01568" y="2633472"/>
            <a:ext cx="320040" cy="22860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49040" y="246888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40" y="2587752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Best for small datasets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Quick to build and demo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Entire data sent every time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Good for POCs, classroom demos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🚀  Production — RAG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Docs → Embeddings → Vector DB → Retrieval → 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46888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587752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Docs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333488" y="2633472"/>
            <a:ext cx="118872" cy="2286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52360" y="246888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2587752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Embed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385048" y="2633472"/>
            <a:ext cx="118872" cy="2286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03920" y="246888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2587752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Vector DB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36608" y="2633472"/>
            <a:ext cx="118872" cy="2286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55480" y="246888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55480" y="2587752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Retrieve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488168" y="2633472"/>
            <a:ext cx="118872" cy="2286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607040" y="246888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07040" y="2587752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3832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Handles thousands of PDFs, papers, policies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Sends only the relevant snippets to the LLM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Massive cost savings at scale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Foundation for enterprise-grade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What's Next: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Today this assistant answers questions. Tomorrow it acts on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Today  —  Question &amp;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106070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Faculty asks → AI replies. The human takes the next action.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2606040"/>
            <a:ext cx="457200" cy="457200"/>
          </a:xfrm>
          <a:prstGeom prst="down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Tomorrow  —  Agentic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19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05071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Identify weak students automatically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931919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✉️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005071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Draft &amp; send mentoring emails to parents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10235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Schedule mentoring sessions on the calendar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4632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5029200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102352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Generate weekly faculty &amp; HOD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009B9E"/>
                </a:solidFill>
                <a:latin typeface="Calibri"/>
              </a:rPr>
              <a:t>“That's where Agentic AI begins — AI that doesn't just think, it acts.”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we built works beautifully…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4A261"/>
                </a:solidFill>
                <a:latin typeface="Calibri"/>
              </a:rPr>
              <a:t>…for small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But what happens when we have…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7490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›  thousands of PDFs?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56616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37490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›  research papers?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›  policies &amp; regulations?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448056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46634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›  years of student records?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Can we still send everything to GPT every single time?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58191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64208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AI is now a tool faculty can use directly — no coding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49631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78608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Streamlit + Pandas + OpenAI is enough to build a real assistant.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341071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456432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93008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Tokens = cost. Choosing the right model matters.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432511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07408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Today's prompt-based app evolves into RAG for enterprise scale.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5239512"/>
            <a:ext cx="548640" cy="5486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21808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The next frontier is Agentic AI — assistants that take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AI Faculty Assistant  •  Faculty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0">
                <a:solidFill>
                  <a:srgbClr val="F4A261"/>
                </a:solidFill>
                <a:latin typeface="Calibri"/>
              </a:rPr>
              <a:t>Questions, ideas, and use-cases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🎓  AI Faculty Assistant   •   Live Demo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994</Words>
  <Application>Microsoft Office PowerPoint</Application>
  <PresentationFormat>Widescreen</PresentationFormat>
  <Paragraphs>199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Nirmal Kumar</cp:lastModifiedBy>
  <cp:revision>3</cp:revision>
  <dcterms:created xsi:type="dcterms:W3CDTF">2013-01-27T09:14:16Z</dcterms:created>
  <dcterms:modified xsi:type="dcterms:W3CDTF">2026-05-11T19:13:15Z</dcterms:modified>
  <cp:category/>
</cp:coreProperties>
</file>